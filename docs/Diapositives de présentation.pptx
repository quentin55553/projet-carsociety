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1" r:id="rId9"/>
    <p:sldId id="267" r:id="rId10"/>
    <p:sldId id="262" r:id="rId11"/>
    <p:sldId id="263" r:id="rId12"/>
    <p:sldId id="264" r:id="rId13"/>
    <p:sldId id="265" r:id="rId14"/>
    <p:sldId id="268" r:id="rId15"/>
    <p:sldId id="266" r:id="rId16"/>
    <p:sldId id="269" r:id="rId17"/>
    <p:sldId id="260" r:id="rId1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6B1DD08-5A82-FE8A-0068-A948FE14AB92}" v="6" dt="2024-04-26T21:06:20.557"/>
    <p1510:client id="{B8E2DE1F-996D-C16E-CA8E-77A3C508B253}" v="515" dt="2024-04-26T20:22:27.881"/>
    <p1510:client id="{F0B333DF-517E-4A8E-B4C2-4D172EC5B500}" v="18" dt="2024-04-26T21:49:22.13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B3C3F1-5E61-BCFE-6D9F-DD95379E2C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03AD7E6-9010-F1E5-01F4-AC59E35928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A1B94B7-0C2F-77C1-89AD-8D8954EE99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DECD9-9D00-4377-9A94-0CD6EEB01DDB}" type="datetimeFigureOut">
              <a:rPr lang="fr-FR" smtClean="0"/>
              <a:t>26/04/2024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E5E422C-1398-BB31-9208-B7D829BB1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3C9C34A-128D-B45A-72EA-9E1EA91DB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C666C-E446-4592-8499-2F6E5FBF3E0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625822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AE715CC-B4E3-580E-C9BF-C73B7A7F5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FF4B210-3C07-EA1C-A2EF-15C87013ED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2D6E0E6-8A6F-C1DA-70EA-EA4429CE3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DECD9-9D00-4377-9A94-0CD6EEB01DDB}" type="datetimeFigureOut">
              <a:rPr lang="fr-FR" smtClean="0"/>
              <a:t>26/04/2024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8EB74BC-9920-2626-69C2-8C1EE147BF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2BD4E54-1A72-96F8-FE5F-76F6083CB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C666C-E446-4592-8499-2F6E5FBF3E0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990109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A8EC350-E167-167E-1B67-AD41A8E28F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8E73100-17A0-56B8-7CB3-AC663F2B09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98D609A-BF06-4946-F55C-8FD096D9C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DECD9-9D00-4377-9A94-0CD6EEB01DDB}" type="datetimeFigureOut">
              <a:rPr lang="fr-FR" smtClean="0"/>
              <a:t>26/04/2024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DF83E5D-B172-6579-7F53-1E6E7C2B5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5286254-EC1E-857D-6DB7-410B063CD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C666C-E446-4592-8499-2F6E5FBF3E0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069517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778611C-EE22-689A-5741-88A29B0C0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A793C6E-89C7-747F-42E1-AAF5349CBB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DD93B74-061C-C8A1-C724-AEE00296DD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996FA9B-44E2-8721-B873-F6F22CD01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DECD9-9D00-4377-9A94-0CD6EEB01DDB}" type="datetimeFigureOut">
              <a:rPr lang="fr-FR" smtClean="0"/>
              <a:t>26/04/2024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CC27C02-C3C1-60FC-5BDB-BF8DFA88D1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0DAD632-042A-06D4-25B1-D79115C75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C666C-E446-4592-8499-2F6E5FBF3E0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013205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3B5BC1B-ABA6-0D38-3AC1-DCAB346C5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F412140-7EDA-D469-7636-DB803DA1BD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92883DF-E382-B42D-758B-7D19EA07ED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B3A813D9-733F-01AF-060C-63092740C1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23E6F9E-EDC5-5DAC-8948-5123A9C466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5497868C-82B4-E1BD-6E2E-D20C15D7E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DECD9-9D00-4377-9A94-0CD6EEB01DDB}" type="datetimeFigureOut">
              <a:rPr lang="fr-FR" smtClean="0"/>
              <a:t>26/04/2024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2896B021-7E1D-2870-D9C3-FCB3A5014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07ECDE25-FB52-6748-8782-C8D8DA195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C666C-E446-4592-8499-2F6E5FBF3E0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146140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E225BE1-AAAA-6987-1855-1BABFBFDE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4531887E-EF7D-675F-F508-8F856C780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DECD9-9D00-4377-9A94-0CD6EEB01DDB}" type="datetimeFigureOut">
              <a:rPr lang="fr-FR" smtClean="0"/>
              <a:t>26/04/2024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7B87CBC7-B9A0-8D95-212C-A91BAED59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85640D7-5B8E-1B6F-DF52-E44F1C901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C666C-E446-4592-8499-2F6E5FBF3E0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326792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0AF0AC2C-2BE6-1061-6EC8-997287E526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DECD9-9D00-4377-9A94-0CD6EEB01DDB}" type="datetimeFigureOut">
              <a:rPr lang="fr-FR" smtClean="0"/>
              <a:t>26/04/2024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8BC11B72-DE25-0E5B-AEA4-9C67663AE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DC0B82C-3969-5B0E-D80A-CABD705E1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C666C-E446-4592-8499-2F6E5FBF3E0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449501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EB1B98C-A72D-BEBF-C199-6DF6BC21B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C658F8A-5DF7-CF60-DED9-0DB717E449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416357E-B237-C357-B77E-0B2B2AD4BE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EA2F6AD-BAAA-118B-364B-9B51FC50E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DECD9-9D00-4377-9A94-0CD6EEB01DDB}" type="datetimeFigureOut">
              <a:rPr lang="fr-FR" smtClean="0"/>
              <a:t>26/04/2024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E4AA959-5977-0862-10E3-A5FDE457D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2FB4954-8A19-7D40-45E9-7CF09B070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C666C-E446-4592-8499-2F6E5FBF3E0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945871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59B1818-8AA6-BAE0-7425-12556130BB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878DE277-AA5A-56DB-DCB7-F8713239AD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C8D65AE-6797-F685-A7D8-DF522AD7B3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C1DE92C-E9B8-761C-9119-B194944E4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DECD9-9D00-4377-9A94-0CD6EEB01DDB}" type="datetimeFigureOut">
              <a:rPr lang="fr-FR" smtClean="0"/>
              <a:t>26/04/2024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874BF3D-0D2A-FE93-B69D-F240E54DB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F7D4C25-6D68-5F09-3643-A5E2887C5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C666C-E446-4592-8499-2F6E5FBF3E0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168550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51D262A-C2A6-20F4-5E57-398511BB6A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98FBC78-4EF1-7A39-4EE3-6F62FDD373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82A5A50-D555-EB35-EE41-DB87A1FF2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DECD9-9D00-4377-9A94-0CD6EEB01DDB}" type="datetimeFigureOut">
              <a:rPr lang="fr-FR" smtClean="0"/>
              <a:t>26/04/2024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D9102D7-BC68-E91B-9824-6110782F0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34F636C-2593-548A-7C25-CBB6843F9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C666C-E446-4592-8499-2F6E5FBF3E0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003806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B4A0AF00-6695-27C3-CB24-3779ACFB02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4657195E-1F85-9073-8C9C-377FCF6752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4B31EFF-C00F-F1D4-31E8-F25011E1B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DECD9-9D00-4377-9A94-0CD6EEB01DDB}" type="datetimeFigureOut">
              <a:rPr lang="fr-FR" smtClean="0"/>
              <a:t>26/04/2024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D97D863-A4AF-0CCE-F1BF-FFAB4A858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AFC22A8-A686-9C05-B9C4-169E988E8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C666C-E446-4592-8499-2F6E5FBF3E0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090389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37576638-57B0-0015-0BEE-A0DFE5A97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E098667-ABAB-DBA0-3EBE-4DAB399920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6DAD6A6-8A4D-2A36-524A-F73463FB91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7DECD9-9D00-4377-9A94-0CD6EEB01DDB}" type="datetimeFigureOut">
              <a:rPr lang="fr-FR" smtClean="0"/>
              <a:t>26/04/2024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A6D2998-8E3B-AD7A-7A72-270D6B685F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0A07DE4-A162-4D8E-71A1-104632A8F1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FC666C-E446-4592-8499-2F6E5FBF3E0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501808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3" name="Rectangle 1032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8" name="Picture 4" descr="Nouveautré. M4 CSL, la plus méchante des BMW revient">
            <a:extLst>
              <a:ext uri="{FF2B5EF4-FFF2-40B4-BE49-F238E27FC236}">
                <a16:creationId xmlns:a16="http://schemas.microsoft.com/office/drawing/2014/main" id="{DFC0B952-6483-2565-7589-0BF9A10735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84" r="-1" b="-1"/>
          <a:stretch/>
        </p:blipFill>
        <p:spPr bwMode="auto">
          <a:xfrm>
            <a:off x="2522358" y="10"/>
            <a:ext cx="966964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5" name="Rectangle 1034">
            <a:extLst>
              <a:ext uri="{FF2B5EF4-FFF2-40B4-BE49-F238E27FC236}">
                <a16:creationId xmlns:a16="http://schemas.microsoft.com/office/drawing/2014/main" id="{178FB36B-5BFE-42CA-BC60-1115E0D95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E591FD6C-CA6D-9DE1-E03D-5DECBB69B0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75853" y="6597992"/>
            <a:ext cx="7116147" cy="260008"/>
          </a:xfrm>
          <a:noFill/>
        </p:spPr>
        <p:txBody>
          <a:bodyPr>
            <a:normAutofit lnSpcReduction="10000"/>
          </a:bodyPr>
          <a:lstStyle/>
          <a:p>
            <a:pPr algn="l"/>
            <a:r>
              <a:rPr lang="fr-FR" sz="1300" dirty="0">
                <a:solidFill>
                  <a:schemeClr val="bg1"/>
                </a:solidFill>
              </a:rPr>
              <a:t>Présenté par Quentin FILLION, Alexandre GRISEZ, Matthieu ALLOCHON et GUILLAUME ANDRONY</a:t>
            </a:r>
          </a:p>
        </p:txBody>
      </p:sp>
      <p:pic>
        <p:nvPicPr>
          <p:cNvPr id="5" name="Image 4" descr="Une image contenant texte, Police, capture d’écran, ligne">
            <a:extLst>
              <a:ext uri="{FF2B5EF4-FFF2-40B4-BE49-F238E27FC236}">
                <a16:creationId xmlns:a16="http://schemas.microsoft.com/office/drawing/2014/main" id="{CC6FB3DF-8EB7-3A39-EB9D-4C0A5A0F45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547" y="1035428"/>
            <a:ext cx="6295913" cy="1653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85643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5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2618544-E1A9-09C7-DC9A-3B76F31F7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fr-FR" sz="4000">
                <a:solidFill>
                  <a:srgbClr val="FFFFFF"/>
                </a:solidFill>
              </a:rPr>
              <a:t>Sommaire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DCCFA34-518F-04B0-A62D-A0549A3CCA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fr-FR" sz="2000" b="1" dirty="0" err="1"/>
              <a:t>I.Répartition</a:t>
            </a:r>
            <a:r>
              <a:rPr lang="fr-FR" sz="2000" b="1" dirty="0"/>
              <a:t> des tâches</a:t>
            </a:r>
          </a:p>
          <a:p>
            <a:pPr marL="0" indent="0">
              <a:buNone/>
            </a:pPr>
            <a:r>
              <a:rPr lang="fr-FR" sz="2000" b="1" dirty="0" err="1"/>
              <a:t>II.Progression</a:t>
            </a:r>
            <a:endParaRPr lang="fr-FR" sz="2000" b="1" dirty="0"/>
          </a:p>
          <a:p>
            <a:pPr marL="0" indent="0">
              <a:buNone/>
            </a:pPr>
            <a:r>
              <a:rPr lang="fr-FR" sz="2000" b="1" dirty="0" err="1"/>
              <a:t>III.Perspectives</a:t>
            </a:r>
            <a:r>
              <a:rPr lang="fr-FR" sz="2000" b="1" dirty="0"/>
              <a:t> d'amélioration</a:t>
            </a:r>
          </a:p>
        </p:txBody>
      </p:sp>
    </p:spTree>
    <p:extLst>
      <p:ext uri="{BB962C8B-B14F-4D97-AF65-F5344CB8AC3E}">
        <p14:creationId xmlns:p14="http://schemas.microsoft.com/office/powerpoint/2010/main" val="659846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203DE33-2CD4-4CA8-9AF3-37C3B65133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AF57B88-1D4C-41FA-A761-EC1DD10C35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11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2548F45-5164-4ABB-8212-7F293FDED8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9565" y="2659404"/>
            <a:ext cx="4355594" cy="404074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Flèches bleues pointant sur un bouton rouge">
            <a:extLst>
              <a:ext uri="{FF2B5EF4-FFF2-40B4-BE49-F238E27FC236}">
                <a16:creationId xmlns:a16="http://schemas.microsoft.com/office/drawing/2014/main" id="{BDD45533-F9EF-31F4-7292-D996C949B16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4609" r="6288" b="-4"/>
          <a:stretch/>
        </p:blipFill>
        <p:spPr>
          <a:xfrm>
            <a:off x="4038599" y="10"/>
            <a:ext cx="8160026" cy="6875809"/>
          </a:xfrm>
          <a:prstGeom prst="rect">
            <a:avLst/>
          </a:prstGeom>
        </p:spPr>
      </p:pic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5E81CCFB-7BEF-4186-86FB-D09450B4D0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7AB9DED-EDDC-3EE9-1B1B-83DA677D37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473" y="2950387"/>
            <a:ext cx="3052293" cy="3531403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I.Répartition</a:t>
            </a:r>
          </a:p>
        </p:txBody>
      </p:sp>
    </p:spTree>
    <p:extLst>
      <p:ext uri="{BB962C8B-B14F-4D97-AF65-F5344CB8AC3E}">
        <p14:creationId xmlns:p14="http://schemas.microsoft.com/office/powerpoint/2010/main" val="42865706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A89C0C4-FF9A-468F-A17B-998AA399B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4824" y="735106"/>
            <a:ext cx="10053763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II.Progression</a:t>
            </a:r>
          </a:p>
        </p:txBody>
      </p:sp>
    </p:spTree>
    <p:extLst>
      <p:ext uri="{BB962C8B-B14F-4D97-AF65-F5344CB8AC3E}">
        <p14:creationId xmlns:p14="http://schemas.microsoft.com/office/powerpoint/2010/main" val="18400011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3B47FC9C-2ED3-4100-A4EF-E8CDFEE106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95DB07C-0F1A-38C4-78EE-7ABF76E427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358141"/>
            <a:ext cx="10515600" cy="94266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5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HTML/CSS</a:t>
            </a:r>
          </a:p>
        </p:txBody>
      </p:sp>
      <p:pic>
        <p:nvPicPr>
          <p:cNvPr id="7" name="Espace réservé du contenu 6" descr="Une image contenant texte, capture d’écran, logiciel, Logiciel multimédia&#10;&#10;Description générée automatiquement">
            <a:extLst>
              <a:ext uri="{FF2B5EF4-FFF2-40B4-BE49-F238E27FC236}">
                <a16:creationId xmlns:a16="http://schemas.microsoft.com/office/drawing/2014/main" id="{4369491A-6421-562C-61AF-28996F10F3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48632" y="557189"/>
            <a:ext cx="9694735" cy="4629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8679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3B47FC9C-2ED3-4100-A4EF-E8CDFEE106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006354A-3B9C-7A97-A55B-15F4F94269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358141"/>
            <a:ext cx="10515600" cy="94266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5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Page </a:t>
            </a:r>
            <a:r>
              <a:rPr lang="en-US" sz="52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produits</a:t>
            </a:r>
            <a:endParaRPr lang="en-US" sz="52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Espace réservé du contenu 3" descr="Une image contenant texte, capture d’écran, véhicule, conception&#10;&#10;Description générée automatiquement">
            <a:extLst>
              <a:ext uri="{FF2B5EF4-FFF2-40B4-BE49-F238E27FC236}">
                <a16:creationId xmlns:a16="http://schemas.microsoft.com/office/drawing/2014/main" id="{6ED9314C-883D-8382-5F33-274FD08DE8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3119" y="557189"/>
            <a:ext cx="9745762" cy="4629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03670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3B47FC9C-2ED3-4100-A4EF-E8CDFEE106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DC01F8F-B017-7E71-4555-1946E092F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358141"/>
            <a:ext cx="10515600" cy="94266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5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XML/JSON</a:t>
            </a:r>
          </a:p>
        </p:txBody>
      </p:sp>
      <p:pic>
        <p:nvPicPr>
          <p:cNvPr id="4" name="Espace réservé du contenu 3" descr="Une image contenant texte, capture d’écran&#10;&#10;Description générée automatiquement">
            <a:extLst>
              <a:ext uri="{FF2B5EF4-FFF2-40B4-BE49-F238E27FC236}">
                <a16:creationId xmlns:a16="http://schemas.microsoft.com/office/drawing/2014/main" id="{0F00F524-0379-9194-C60D-DEC18B9672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7338" y="557189"/>
            <a:ext cx="9797323" cy="4629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88211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83A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Espace réservé du contenu 3" descr="Une image contenant texte, capture d’écran&#10;&#10;Description générée automatiquement">
            <a:extLst>
              <a:ext uri="{FF2B5EF4-FFF2-40B4-BE49-F238E27FC236}">
                <a16:creationId xmlns:a16="http://schemas.microsoft.com/office/drawing/2014/main" id="{831910CE-CC42-E73A-BE54-42E5A1E594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920834"/>
            <a:ext cx="10905066" cy="5016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29693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B47FC9C-2ED3-4100-A4EF-E8CDFEE106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F2F53224-209F-9CB4-C5F5-369035AEE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358141"/>
            <a:ext cx="10515600" cy="94266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5200" dirty="0"/>
              <a:t>Gestion </a:t>
            </a:r>
            <a:r>
              <a:rPr lang="en-US" sz="5200" dirty="0" err="1"/>
              <a:t>requêtes</a:t>
            </a:r>
            <a:r>
              <a:rPr lang="en-US" sz="5200" dirty="0"/>
              <a:t> PHP</a:t>
            </a:r>
            <a:endParaRPr lang="en-US" sz="5200" kern="1200" dirty="0">
              <a:latin typeface="+mj-lt"/>
            </a:endParaRPr>
          </a:p>
        </p:txBody>
      </p:sp>
      <p:pic>
        <p:nvPicPr>
          <p:cNvPr id="4" name="Image 3" descr="Une image contenant texte, capture d’écran, nombre, Police&#10;&#10;Description générée automatiquement">
            <a:extLst>
              <a:ext uri="{FF2B5EF4-FFF2-40B4-BE49-F238E27FC236}">
                <a16:creationId xmlns:a16="http://schemas.microsoft.com/office/drawing/2014/main" id="{52951A1C-90CA-6073-6755-3B9D6BD297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1281" y="557189"/>
            <a:ext cx="9849438" cy="4629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9458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ce réservé du contenu 3" descr="Une image contenant texte, capture d’écran, costume, Site web&#10;&#10;Description générée automatiquement">
            <a:extLst>
              <a:ext uri="{FF2B5EF4-FFF2-40B4-BE49-F238E27FC236}">
                <a16:creationId xmlns:a16="http://schemas.microsoft.com/office/drawing/2014/main" id="{5815F064-21D6-248A-1EC2-B90F34DB32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661839"/>
            <a:ext cx="10905066" cy="5534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25519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91DC6ABD-215C-4EA8-A483-CEF5B99AB3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A2D2B42-5509-D279-2AE9-5A8B28FE8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609" y="679731"/>
            <a:ext cx="4171994" cy="373654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Mail </a:t>
            </a:r>
            <a:r>
              <a:rPr lang="en-US" sz="60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demande</a:t>
            </a:r>
            <a:r>
              <a:rPr lang="en-US" sz="6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de contact</a:t>
            </a: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3AF6A671-C637-4547-85F4-51B6D18813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416432" y="1"/>
            <a:ext cx="2446384" cy="5777808"/>
            <a:chOff x="329184" y="1"/>
            <a:chExt cx="524256" cy="5777808"/>
          </a:xfrm>
        </p:grpSpPr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C575CF26-3D3C-4C5A-A2B7-00432016EF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329184" y="5777809"/>
              <a:ext cx="521208" cy="0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99413ED5-9ED4-4772-BCE4-2BCAE6B12E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9184" y="1"/>
              <a:ext cx="524256" cy="553211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9" name="Rectangle 48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86598" y="269324"/>
            <a:ext cx="6116779" cy="620877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Espace réservé du contenu 3" descr="Une image contenant texte, capture d’écran, logiciel, affichage&#10;&#10;Description générée automatiquement">
            <a:extLst>
              <a:ext uri="{FF2B5EF4-FFF2-40B4-BE49-F238E27FC236}">
                <a16:creationId xmlns:a16="http://schemas.microsoft.com/office/drawing/2014/main" id="{6AD245C3-84B2-F92A-39F0-0886E290F4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0572" y="1494754"/>
            <a:ext cx="5608830" cy="3757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54320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3B47FC9C-2ED3-4100-A4EF-E8CDFEE106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BF5D3B8B-AD29-0D26-F338-F6461DD5AE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358141"/>
            <a:ext cx="10515600" cy="94266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Panier</a:t>
            </a:r>
          </a:p>
        </p:txBody>
      </p:sp>
      <p:pic>
        <p:nvPicPr>
          <p:cNvPr id="7" name="Espace réservé du contenu 6" descr="Une image contenant texte, capture d’écran, logiciel, Icône d’ordinateur&#10;&#10;Description générée automatiquement">
            <a:extLst>
              <a:ext uri="{FF2B5EF4-FFF2-40B4-BE49-F238E27FC236}">
                <a16:creationId xmlns:a16="http://schemas.microsoft.com/office/drawing/2014/main" id="{98C81635-1AFE-A3E6-6B1C-37384CED55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23119" y="557189"/>
            <a:ext cx="9745762" cy="4629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35374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F0087D53-9295-4463-AAE4-D5C626046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0D00239-443F-7F36-E8E8-B23731414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01453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dirty="0" err="1"/>
              <a:t>Bdd</a:t>
            </a:r>
            <a:r>
              <a:rPr lang="en-US" sz="6600" dirty="0"/>
              <a:t> SQL</a:t>
            </a:r>
          </a:p>
        </p:txBody>
      </p:sp>
      <p:pic>
        <p:nvPicPr>
          <p:cNvPr id="6" name="Espace réservé du contenu 5" descr="Une image contenant texte, capture d’écran, logiciel, Icône d’ordinateur&#10;&#10;Description générée automatiquement">
            <a:extLst>
              <a:ext uri="{FF2B5EF4-FFF2-40B4-BE49-F238E27FC236}">
                <a16:creationId xmlns:a16="http://schemas.microsoft.com/office/drawing/2014/main" id="{5CDF92B8-11B3-5A65-E130-AF08DAE95D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93298" y="161419"/>
            <a:ext cx="5119673" cy="4364521"/>
          </a:xfrm>
          <a:prstGeom prst="rect">
            <a:avLst/>
          </a:prstGeom>
        </p:spPr>
      </p:pic>
      <p:pic>
        <p:nvPicPr>
          <p:cNvPr id="7" name="Image 6" descr="Une image contenant texte, Appareils électroniques, capture d’écran, logiciel&#10;&#10;Description générée automatiquement">
            <a:extLst>
              <a:ext uri="{FF2B5EF4-FFF2-40B4-BE49-F238E27FC236}">
                <a16:creationId xmlns:a16="http://schemas.microsoft.com/office/drawing/2014/main" id="{45CBFB22-1C92-31BE-0D0C-38EB035722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1692" y="340389"/>
            <a:ext cx="6065171" cy="3942362"/>
          </a:xfrm>
          <a:prstGeom prst="rect">
            <a:avLst/>
          </a:prstGeom>
        </p:spPr>
      </p:pic>
      <p:sp>
        <p:nvSpPr>
          <p:cNvPr id="14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5594358"/>
            <a:ext cx="3291840" cy="18288"/>
          </a:xfrm>
          <a:custGeom>
            <a:avLst/>
            <a:gdLst>
              <a:gd name="connsiteX0" fmla="*/ 0 w 3291840"/>
              <a:gd name="connsiteY0" fmla="*/ 0 h 18288"/>
              <a:gd name="connsiteX1" fmla="*/ 658368 w 3291840"/>
              <a:gd name="connsiteY1" fmla="*/ 0 h 18288"/>
              <a:gd name="connsiteX2" fmla="*/ 1283818 w 3291840"/>
              <a:gd name="connsiteY2" fmla="*/ 0 h 18288"/>
              <a:gd name="connsiteX3" fmla="*/ 1909267 w 3291840"/>
              <a:gd name="connsiteY3" fmla="*/ 0 h 18288"/>
              <a:gd name="connsiteX4" fmla="*/ 2633472 w 3291840"/>
              <a:gd name="connsiteY4" fmla="*/ 0 h 18288"/>
              <a:gd name="connsiteX5" fmla="*/ 3291840 w 3291840"/>
              <a:gd name="connsiteY5" fmla="*/ 0 h 18288"/>
              <a:gd name="connsiteX6" fmla="*/ 3291840 w 3291840"/>
              <a:gd name="connsiteY6" fmla="*/ 18288 h 18288"/>
              <a:gd name="connsiteX7" fmla="*/ 2633472 w 3291840"/>
              <a:gd name="connsiteY7" fmla="*/ 18288 h 18288"/>
              <a:gd name="connsiteX8" fmla="*/ 2073859 w 3291840"/>
              <a:gd name="connsiteY8" fmla="*/ 18288 h 18288"/>
              <a:gd name="connsiteX9" fmla="*/ 1448410 w 3291840"/>
              <a:gd name="connsiteY9" fmla="*/ 18288 h 18288"/>
              <a:gd name="connsiteX10" fmla="*/ 822960 w 3291840"/>
              <a:gd name="connsiteY10" fmla="*/ 18288 h 18288"/>
              <a:gd name="connsiteX11" fmla="*/ 0 w 3291840"/>
              <a:gd name="connsiteY11" fmla="*/ 18288 h 18288"/>
              <a:gd name="connsiteX12" fmla="*/ 0 w 329184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7658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CC4A207-DB96-6219-0D29-95039640D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fr-FR" sz="4000">
                <a:solidFill>
                  <a:srgbClr val="FFFFFF"/>
                </a:solidFill>
              </a:rPr>
              <a:t>III.Perspectives</a:t>
            </a:r>
          </a:p>
        </p:txBody>
      </p:sp>
      <p:sp>
        <p:nvSpPr>
          <p:cNvPr id="51" name="Espace réservé du contenu 2">
            <a:extLst>
              <a:ext uri="{FF2B5EF4-FFF2-40B4-BE49-F238E27FC236}">
                <a16:creationId xmlns:a16="http://schemas.microsoft.com/office/drawing/2014/main" id="{1348A9E4-73DC-2FEA-BD83-2A9E959F11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z="2000" dirty="0"/>
              <a:t>Améliorer le visuel du site</a:t>
            </a:r>
          </a:p>
          <a:p>
            <a:r>
              <a:rPr lang="fr-FR" sz="2000" dirty="0"/>
              <a:t>Envoi du reçu de commande par mail</a:t>
            </a:r>
          </a:p>
          <a:p>
            <a:r>
              <a:rPr lang="fr-FR" sz="2000" dirty="0"/>
              <a:t>Suggestion de remplissage des formulaires (nom, adresse mail, etc.)</a:t>
            </a:r>
          </a:p>
          <a:p>
            <a:endParaRPr lang="fr-FR" sz="2000" dirty="0"/>
          </a:p>
          <a:p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104895451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931E35EADDB574682CE181CBD103A2F" ma:contentTypeVersion="15" ma:contentTypeDescription="Crée un document." ma:contentTypeScope="" ma:versionID="05dfcbaae6fde7427dd191003f3b254c">
  <xsd:schema xmlns:xsd="http://www.w3.org/2001/XMLSchema" xmlns:xs="http://www.w3.org/2001/XMLSchema" xmlns:p="http://schemas.microsoft.com/office/2006/metadata/properties" xmlns:ns3="64c61c4d-1cdc-4033-9771-a0837fd796f3" xmlns:ns4="239db2fb-0a55-4ab2-8f3d-641190185cf4" targetNamespace="http://schemas.microsoft.com/office/2006/metadata/properties" ma:root="true" ma:fieldsID="42aac3cdea31a930ab749c67f3e3f763" ns3:_="" ns4:_="">
    <xsd:import namespace="64c61c4d-1cdc-4033-9771-a0837fd796f3"/>
    <xsd:import namespace="239db2fb-0a55-4ab2-8f3d-641190185cf4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4c61c4d-1cdc-4033-9771-a0837fd796f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9" nillable="true" ma:displayName="_activity" ma:hidden="true" ma:internalName="_activity">
      <xsd:simpleType>
        <xsd:restriction base="dms:Note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1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9db2fb-0a55-4ab2-8f3d-641190185cf4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Partage du hachage d’indicateur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64c61c4d-1cdc-4033-9771-a0837fd796f3" xsi:nil="true"/>
  </documentManagement>
</p:properties>
</file>

<file path=customXml/itemProps1.xml><?xml version="1.0" encoding="utf-8"?>
<ds:datastoreItem xmlns:ds="http://schemas.openxmlformats.org/officeDocument/2006/customXml" ds:itemID="{18AF5F75-395C-44A4-A80E-78BDD08DF25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4c61c4d-1cdc-4033-9771-a0837fd796f3"/>
    <ds:schemaRef ds:uri="239db2fb-0a55-4ab2-8f3d-641190185cf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D5FCBA0-7AF9-462D-B163-A3CD304DA2E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719F811-0589-4981-A159-20E69D7594BD}">
  <ds:schemaRefs>
    <ds:schemaRef ds:uri="http://schemas.openxmlformats.org/package/2006/metadata/core-properties"/>
    <ds:schemaRef ds:uri="http://www.w3.org/XML/1998/namespace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purl.org/dc/terms/"/>
    <ds:schemaRef ds:uri="http://schemas.microsoft.com/office/2006/documentManagement/types"/>
    <ds:schemaRef ds:uri="64c61c4d-1cdc-4033-9771-a0837fd796f3"/>
    <ds:schemaRef ds:uri="239db2fb-0a55-4ab2-8f3d-641190185cf4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78</Words>
  <Application>Microsoft Office PowerPoint</Application>
  <PresentationFormat>Grand écran</PresentationFormat>
  <Paragraphs>18</Paragraphs>
  <Slides>14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Thème Office</vt:lpstr>
      <vt:lpstr>Présentation PowerPoint</vt:lpstr>
      <vt:lpstr>Sommaire</vt:lpstr>
      <vt:lpstr>I.Répartition</vt:lpstr>
      <vt:lpstr>II.Progression</vt:lpstr>
      <vt:lpstr>HTML/CSS</vt:lpstr>
      <vt:lpstr>Page produits</vt:lpstr>
      <vt:lpstr>XML/JSON</vt:lpstr>
      <vt:lpstr>Présentation PowerPoint</vt:lpstr>
      <vt:lpstr>Gestion requêtes PHP</vt:lpstr>
      <vt:lpstr>Présentation PowerPoint</vt:lpstr>
      <vt:lpstr>Mail demande de contact</vt:lpstr>
      <vt:lpstr>Panier</vt:lpstr>
      <vt:lpstr>Bdd SQL</vt:lpstr>
      <vt:lpstr>III.Perspectives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Quentin FILLION</dc:creator>
  <cp:lastModifiedBy>Quentin FILLION</cp:lastModifiedBy>
  <cp:revision>22</cp:revision>
  <dcterms:created xsi:type="dcterms:W3CDTF">2024-03-06T18:07:36Z</dcterms:created>
  <dcterms:modified xsi:type="dcterms:W3CDTF">2024-04-26T21:50:28Z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0x010100E931E35EADDB574682CE181CBD103A2F</vt:lpwstr>
  </property>
</Properties>
</file>